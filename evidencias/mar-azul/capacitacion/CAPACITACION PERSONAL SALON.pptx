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handoutMasterIdLst>
    <p:handoutMasterId r:id="rId25"/>
  </p:handoutMasterIdLst>
  <p:sldIdLst>
    <p:sldId id="257" r:id="rId2"/>
    <p:sldId id="27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552" autoAdjust="0"/>
  </p:normalViewPr>
  <p:slideViewPr>
    <p:cSldViewPr snapToGrid="0">
      <p:cViewPr varScale="1">
        <p:scale>
          <a:sx n="68" d="100"/>
          <a:sy n="68" d="100"/>
        </p:scale>
        <p:origin x="816" y="96"/>
      </p:cViewPr>
      <p:guideLst/>
    </p:cSldViewPr>
  </p:slideViewPr>
  <p:outlineViewPr>
    <p:cViewPr>
      <p:scale>
        <a:sx n="33" d="100"/>
        <a:sy n="33" d="100"/>
      </p:scale>
      <p:origin x="0" y="-460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772" y="3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5012B5-F644-44DE-BA3F-D27FA70BFE50}" type="datetimeFigureOut">
              <a:rPr lang="es-ES" smtClean="0"/>
              <a:t>23/07/2021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B98B8D-0ECB-48D1-81FE-3020B7FE888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096821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7/23/2021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7/23/2021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7/23/2021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7/23/2021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7/23/2021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7/23/2021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7/23/2021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7/23/2021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7/23/2021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7/23/2021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CAPACITACION PERSONAL SALON 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3312" y="1716066"/>
            <a:ext cx="8946541" cy="4684734"/>
          </a:xfrm>
        </p:spPr>
        <p:txBody>
          <a:bodyPr/>
          <a:lstStyle/>
          <a:p>
            <a:r>
              <a:rPr lang="es-CO" dirty="0"/>
              <a:t>SALUDO INSTITUCIONAL. </a:t>
            </a:r>
          </a:p>
          <a:p>
            <a:r>
              <a:rPr lang="es-CO" dirty="0"/>
              <a:t>DIFERENCIA DE CADA PLATO </a:t>
            </a:r>
          </a:p>
          <a:p>
            <a:r>
              <a:rPr lang="es-CO" dirty="0"/>
              <a:t>TECNICAS PARA RECOMENDAR O VENDER  UN PLATO </a:t>
            </a:r>
          </a:p>
          <a:p>
            <a:r>
              <a:rPr lang="es-CO" dirty="0"/>
              <a:t>COMO PUEDO MEJORAR MIS PROPINAS </a:t>
            </a:r>
          </a:p>
          <a:p>
            <a:r>
              <a:rPr lang="es-CO" dirty="0"/>
              <a:t>OFRECIMIENTO DE LOS DEMAS PRODUCTOS </a:t>
            </a:r>
          </a:p>
          <a:p>
            <a:r>
              <a:rPr lang="es-CO" dirty="0"/>
              <a:t>RECORDACION DE MARCA </a:t>
            </a:r>
          </a:p>
          <a:p>
            <a:r>
              <a:rPr lang="es-CO" dirty="0"/>
              <a:t>INSENTIVO DE PRODUCTOS VENDIDOS DE CARTA. 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46907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RECORDACION DE MARCA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3312" y="1853248"/>
            <a:ext cx="8946541" cy="4395151"/>
          </a:xfrm>
        </p:spPr>
        <p:txBody>
          <a:bodyPr>
            <a:normAutofit/>
          </a:bodyPr>
          <a:lstStyle/>
          <a:p>
            <a:r>
              <a:rPr lang="es-CO" sz="2800" dirty="0"/>
              <a:t>CADA VEZ QUE HAYA OPORTUNIDAD, RECORDARLE AL CLIENTE DONDE SE ENCUENTRA.</a:t>
            </a:r>
          </a:p>
          <a:p>
            <a:pPr marL="0" indent="0">
              <a:buNone/>
            </a:pPr>
            <a:r>
              <a:rPr lang="es-CO" sz="2800" dirty="0"/>
              <a:t>EJEMPLO: EN SALUDO DE BIENVENIDA: BIENVENIDO A CALAMAR AZUL. CUANDO SE ENTREGUE LA CARTA, PONERLA CON EL LOGO HACIA EL CLIENTE.</a:t>
            </a:r>
          </a:p>
          <a:p>
            <a:pPr marL="0" indent="0">
              <a:buNone/>
            </a:pPr>
            <a:r>
              <a:rPr lang="es-CO" sz="2800" dirty="0"/>
              <a:t>ALMOMENTO DE DESPEDIRSE: GRACIAS POR HABER VISITADO A CALAMAR AZUL </a:t>
            </a:r>
          </a:p>
          <a:p>
            <a:pPr marL="0" indent="0">
              <a:buNone/>
            </a:pP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1216258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SALUDO INSTITUCIONAL 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3312" y="1603332"/>
            <a:ext cx="8946541" cy="4969746"/>
          </a:xfrm>
        </p:spPr>
        <p:txBody>
          <a:bodyPr>
            <a:normAutofit lnSpcReduction="10000"/>
          </a:bodyPr>
          <a:lstStyle/>
          <a:p>
            <a:r>
              <a:rPr lang="es-CO" sz="3600" dirty="0"/>
              <a:t>BUENOS DIAS, TARDES, NOCHES, BIENVENIDOS </a:t>
            </a:r>
            <a:r>
              <a:rPr lang="es-CO" sz="3600"/>
              <a:t>A CALAMAR AZUL, MI </a:t>
            </a:r>
            <a:r>
              <a:rPr lang="es-CO" sz="3600" dirty="0"/>
              <a:t>NOMBRE ES ______________ HOY TENGO GUSTO DE ATENDERLO (A)(LOS). ESTE ES NUESTRO  MENU, EN UN MOMENTO VUELVO A TOMAR SU PEDIDO……… </a:t>
            </a:r>
          </a:p>
          <a:p>
            <a:r>
              <a:rPr lang="es-CO" sz="3600" dirty="0"/>
              <a:t>NECESITA ASESORIA O YA SABE QUE ORDENAR </a:t>
            </a:r>
            <a:endParaRPr lang="es-ES" sz="3600" dirty="0"/>
          </a:p>
        </p:txBody>
      </p:sp>
    </p:spTree>
    <p:extLst>
      <p:ext uri="{BB962C8B-B14F-4D97-AF65-F5344CB8AC3E}">
        <p14:creationId xmlns:p14="http://schemas.microsoft.com/office/powerpoint/2010/main" val="524898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3600" dirty="0"/>
              <a:t>DIFERENCIAS ENTRE PLATOS </a:t>
            </a:r>
            <a:endParaRPr lang="es-ES" sz="36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308" y="1215026"/>
            <a:ext cx="9661546" cy="5033374"/>
          </a:xfrm>
        </p:spPr>
        <p:txBody>
          <a:bodyPr>
            <a:normAutofit lnSpcReduction="10000"/>
          </a:bodyPr>
          <a:lstStyle/>
          <a:p>
            <a:r>
              <a:rPr lang="es-CO" sz="2800" b="1" dirty="0"/>
              <a:t>BROCHETAS DE CAMARON Y MANGO </a:t>
            </a:r>
            <a:r>
              <a:rPr lang="es-CO" sz="2800" dirty="0"/>
              <a:t>( ASADAS A LA PLANCHA  Y BAÑADAS  EN CREMA DE LECHE Y SAL PIMENTA ) </a:t>
            </a:r>
          </a:p>
          <a:p>
            <a:r>
              <a:rPr lang="es-CO" sz="2800" b="1" dirty="0"/>
              <a:t>PATACON CON QUESO </a:t>
            </a:r>
            <a:r>
              <a:rPr lang="es-CO" sz="2800" dirty="0"/>
              <a:t>( DOS UNIDADES ) FRITOS Y GRATINADOS AL HORNO. </a:t>
            </a:r>
          </a:p>
          <a:p>
            <a:r>
              <a:rPr lang="es-CO" sz="2800" b="1" dirty="0"/>
              <a:t>CAMARONES AL AJILLO :</a:t>
            </a:r>
            <a:r>
              <a:rPr lang="es-CO" sz="2800" dirty="0"/>
              <a:t> ES UN PRODUCTO CREMOSO CON UN  SABOR LIGERAMENTE A AJO. (CONTIENE CREMA DE LECHE Y MAYONESA )</a:t>
            </a:r>
            <a:endParaRPr lang="es-ES" sz="2800" dirty="0"/>
          </a:p>
          <a:p>
            <a:r>
              <a:rPr lang="es-CO" sz="2800" b="1" dirty="0"/>
              <a:t>ENCOCADO DE PESCADO </a:t>
            </a:r>
            <a:r>
              <a:rPr lang="es-CO" sz="2800" dirty="0"/>
              <a:t> SELLADO Y LUEGO COCIDO EN SALSA DE COCO  CONDIMENTADO CON PIMENTON Y CEBOLLA Y AJO</a:t>
            </a: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1073839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51770" y="388307"/>
            <a:ext cx="9557359" cy="5709781"/>
          </a:xfrm>
        </p:spPr>
        <p:txBody>
          <a:bodyPr>
            <a:normAutofit/>
          </a:bodyPr>
          <a:lstStyle/>
          <a:p>
            <a:r>
              <a:rPr lang="es-CO" sz="2800" b="1" dirty="0"/>
              <a:t>CAYANA MAR AZUL : </a:t>
            </a:r>
            <a:r>
              <a:rPr lang="es-CO" sz="2800" dirty="0"/>
              <a:t> TRUCHA ENTERA Y PATACON GRANDE  GRATINADOS CON QUESO MONZZARELA </a:t>
            </a:r>
          </a:p>
          <a:p>
            <a:r>
              <a:rPr lang="es-CO" sz="2800" b="1" dirty="0"/>
              <a:t>PATACON MARINERO: </a:t>
            </a:r>
            <a:r>
              <a:rPr lang="es-CO" sz="2800" dirty="0"/>
              <a:t>PATACON GRANDE CUBIERTO DE MARISCOS EN SALSA MARINERA  Y QUESO GRATINADO . (LA SALSA ES A BASE DE MAYONESA, AJO, CREMA DE LECHE. )</a:t>
            </a:r>
          </a:p>
          <a:p>
            <a:r>
              <a:rPr lang="es-CO" sz="2800" b="1" dirty="0"/>
              <a:t>PASTA MARINERA : </a:t>
            </a:r>
            <a:r>
              <a:rPr lang="es-CO" sz="2800" dirty="0"/>
              <a:t>SPAGUETI CON MARISCOS EN SALSA MARINERA Y QUESO PARMESANO ( LA SALSA ES A BASE DE MAYONESA, AJO,CREMA DE LECHE )</a:t>
            </a:r>
          </a:p>
          <a:p>
            <a:r>
              <a:rPr lang="es-CO" sz="2800" b="1" dirty="0"/>
              <a:t>SANCOCHO : </a:t>
            </a:r>
            <a:r>
              <a:rPr lang="es-CO" sz="2800" dirty="0"/>
              <a:t>PRODUCTO TIPICO DE NUESTRA COSTAS COLOMBIANAS, CON PAPA, YUCA, PLATANO, Y BAGRE. </a:t>
            </a:r>
            <a:endParaRPr lang="es-ES" sz="2800" b="1" dirty="0"/>
          </a:p>
        </p:txBody>
      </p:sp>
    </p:spTree>
    <p:extLst>
      <p:ext uri="{BB962C8B-B14F-4D97-AF65-F5344CB8AC3E}">
        <p14:creationId xmlns:p14="http://schemas.microsoft.com/office/powerpoint/2010/main" val="2444280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38412" y="313151"/>
            <a:ext cx="10020822" cy="6075123"/>
          </a:xfrm>
        </p:spPr>
        <p:txBody>
          <a:bodyPr>
            <a:normAutofit/>
          </a:bodyPr>
          <a:lstStyle/>
          <a:p>
            <a:r>
              <a:rPr lang="es-CO" sz="2800" b="1" dirty="0"/>
              <a:t>MIX ORIENTAL : </a:t>
            </a:r>
            <a:r>
              <a:rPr lang="es-CO" sz="2800" dirty="0"/>
              <a:t>TODO VA SALTEADO AL WOK, ES UN PLATO HUMEDO DONDE SUS INGREDIENTES APORTAN VARIEDAD DE SABORES. ( CEBOLLA, APIO, BROCOLI, MARISCOS, PESCADO, SALSA SOYA, CREMA DE LECHE.)</a:t>
            </a:r>
          </a:p>
          <a:p>
            <a:r>
              <a:rPr lang="es-CO" sz="2800" b="1" dirty="0"/>
              <a:t>CASSATA PAPA Y CAMARON :</a:t>
            </a:r>
            <a:r>
              <a:rPr lang="es-CO" sz="2800" dirty="0"/>
              <a:t>  CAPAS DE PURE  Y CAMARON  ADERESADOS CON CREMA DE LECHE Y AJO. ( ES UNA VERSION DE CAUSA LIMEÑA ) </a:t>
            </a:r>
          </a:p>
          <a:p>
            <a:r>
              <a:rPr lang="es-CO" sz="2800" dirty="0"/>
              <a:t> </a:t>
            </a:r>
            <a:r>
              <a:rPr lang="es-CO" sz="2800" b="1" dirty="0"/>
              <a:t>LANGOSTINOS : </a:t>
            </a:r>
            <a:r>
              <a:rPr lang="es-CO" sz="2800" dirty="0"/>
              <a:t> PUEDEN SER APANADOS O SALTEADOS EN MANTEQUILLA Y AJO TIENEN UN SABOR MUY SUAVE, ES UN PLATO DIGNO DE RECOMENDAR.</a:t>
            </a:r>
          </a:p>
          <a:p>
            <a:r>
              <a:rPr lang="es-CO" sz="2800" b="1" dirty="0"/>
              <a:t>ENSALADA BRISA DEL MAR.</a:t>
            </a:r>
            <a:r>
              <a:rPr lang="es-CO" sz="2800" dirty="0"/>
              <a:t> MIX DE LECHUGA, MAICITOS, TOMATE CHERRY, CAMARON,ANILLOS DE CALAMAR SALTEADOS AL WOK CON VINAGRETA.</a:t>
            </a:r>
            <a:endParaRPr lang="es-ES" sz="2800" b="1" dirty="0"/>
          </a:p>
        </p:txBody>
      </p:sp>
    </p:spTree>
    <p:extLst>
      <p:ext uri="{BB962C8B-B14F-4D97-AF65-F5344CB8AC3E}">
        <p14:creationId xmlns:p14="http://schemas.microsoft.com/office/powerpoint/2010/main" val="528958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38411" y="349379"/>
            <a:ext cx="9824385" cy="6051421"/>
          </a:xfrm>
        </p:spPr>
        <p:txBody>
          <a:bodyPr>
            <a:normAutofit/>
          </a:bodyPr>
          <a:lstStyle/>
          <a:p>
            <a:r>
              <a:rPr lang="es-CO" sz="2800" b="1" dirty="0"/>
              <a:t>MARISCOS AL AJILLO : </a:t>
            </a:r>
            <a:r>
              <a:rPr lang="es-CO" sz="2800" dirty="0"/>
              <a:t>ES UN PRODUCTO CREMOSO CON UN  SABOR LIGERAMENTE A AJO ( CONTIENEN MAYONESA, CREMA DE LECHE )</a:t>
            </a:r>
          </a:p>
          <a:p>
            <a:r>
              <a:rPr lang="es-CO" sz="2800" b="1" dirty="0"/>
              <a:t>LANGOSTA : </a:t>
            </a:r>
            <a:r>
              <a:rPr lang="es-CO" sz="2800" dirty="0"/>
              <a:t>VIENE CON VEDURAS RATATOUILLE AL VINO, PORCION DE MARISCOS EN QUESO CHEDAR ACOMPACAHADA DE UNA PORCION DE ARROZ CARIBEÑO. </a:t>
            </a:r>
          </a:p>
          <a:p>
            <a:r>
              <a:rPr lang="es-CO" sz="2800" b="1" dirty="0"/>
              <a:t>CAMARONES APANADOS :  </a:t>
            </a:r>
            <a:r>
              <a:rPr lang="es-CO" sz="2800" dirty="0"/>
              <a:t>210 GRAMOS DE CAMARON CRUJINTES ACOMPAÑADOS DE ARROZ DE COCO PATACON Y ENSALADA. </a:t>
            </a:r>
            <a:endParaRPr lang="es-CO" sz="2800" b="1" dirty="0"/>
          </a:p>
          <a:p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182876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13360" y="324327"/>
            <a:ext cx="9887014" cy="5901109"/>
          </a:xfrm>
        </p:spPr>
        <p:txBody>
          <a:bodyPr>
            <a:normAutofit/>
          </a:bodyPr>
          <a:lstStyle/>
          <a:p>
            <a:r>
              <a:rPr lang="es-CO" sz="2800" b="1" dirty="0"/>
              <a:t>PAELLA : </a:t>
            </a:r>
            <a:r>
              <a:rPr lang="es-CO" sz="2800" dirty="0"/>
              <a:t>ES UN ARROZ HUMEDO CON VERDURAS Y MARISCOS CON SABOR LIGERANMENTE A AJO.</a:t>
            </a:r>
          </a:p>
          <a:p>
            <a:r>
              <a:rPr lang="es-CO" sz="2800" b="1" dirty="0"/>
              <a:t>RISOTTO DE MARISCOS : </a:t>
            </a:r>
            <a:r>
              <a:rPr lang="es-CO" sz="2800" dirty="0"/>
              <a:t>ES UN ARROZ CREMOSO CON MARISCOS SU SABOR ES MAS LACTOSO YA QUE TIENE QUESO PARMESANO CREMA DE LECHE ADERESADO CON AJO Y CEBOLLA. </a:t>
            </a:r>
          </a:p>
          <a:p>
            <a:r>
              <a:rPr lang="es-CO" sz="2800" b="1" dirty="0"/>
              <a:t>ARROZ A LA MARINERA : </a:t>
            </a:r>
            <a:r>
              <a:rPr lang="es-CO" sz="2800" dirty="0"/>
              <a:t>ES UN ARROZ SUELTO CON VERDURAS Y  MARISCOS CON UN SABOR MAS PROETEICO DE SUS INGREDIENTES( CONTIENE CREMA DE LECHE ) </a:t>
            </a:r>
            <a:endParaRPr lang="es-ES" sz="2800" b="1" dirty="0"/>
          </a:p>
        </p:txBody>
      </p:sp>
    </p:spTree>
    <p:extLst>
      <p:ext uri="{BB962C8B-B14F-4D97-AF65-F5344CB8AC3E}">
        <p14:creationId xmlns:p14="http://schemas.microsoft.com/office/powerpoint/2010/main" val="3945458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03582" y="344557"/>
            <a:ext cx="9806609" cy="5996608"/>
          </a:xfrm>
        </p:spPr>
        <p:txBody>
          <a:bodyPr>
            <a:normAutofit/>
          </a:bodyPr>
          <a:lstStyle/>
          <a:p>
            <a:r>
              <a:rPr lang="es-CO" sz="2800" b="1" dirty="0"/>
              <a:t>ARROZ MIXTO :  </a:t>
            </a:r>
            <a:r>
              <a:rPr lang="es-CO" sz="2800" dirty="0"/>
              <a:t>ES UN ARROZ SUELTO CON VERDURAS, SE CARACTERISA POR SU SABOR AHUMADO, CONTIENE POLLO, PESCADO, MARISCOS. </a:t>
            </a:r>
          </a:p>
          <a:p>
            <a:r>
              <a:rPr lang="es-CO" sz="2800" b="1" dirty="0"/>
              <a:t>ARROZ CARIBEÑO : </a:t>
            </a:r>
            <a:r>
              <a:rPr lang="es-CO" sz="2800" dirty="0"/>
              <a:t>ES UN ARROZ SUELTO A BASE DE ARROZ CON COCO Y MARISCOS  TIENE UN SABOR LIGERAMENTE DULCE ( CONTIENE CREMA DE LECHE ) </a:t>
            </a:r>
          </a:p>
          <a:p>
            <a:r>
              <a:rPr lang="es-CO" sz="2800" b="1" dirty="0"/>
              <a:t>ARROZ CON CAMARONES:  </a:t>
            </a:r>
            <a:r>
              <a:rPr lang="es-CO" sz="2800" dirty="0"/>
              <a:t>ES UN ARROZ SUELTO CON VERDURAS Y CAMARON CON SU SABOR PROTEICO BIEN MARCADO. ( CONTIENE CREMA DE LECHE ) </a:t>
            </a:r>
            <a:endParaRPr lang="es-CO" sz="2800" b="1" dirty="0"/>
          </a:p>
          <a:p>
            <a:endParaRPr lang="es-CO" sz="2800" dirty="0"/>
          </a:p>
          <a:p>
            <a:endParaRPr lang="es-CO" sz="2800" b="1" dirty="0"/>
          </a:p>
          <a:p>
            <a:endParaRPr lang="es-ES" sz="2800" b="1" dirty="0"/>
          </a:p>
        </p:txBody>
      </p:sp>
    </p:spTree>
    <p:extLst>
      <p:ext uri="{BB962C8B-B14F-4D97-AF65-F5344CB8AC3E}">
        <p14:creationId xmlns:p14="http://schemas.microsoft.com/office/powerpoint/2010/main" val="3936188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36104" y="462657"/>
            <a:ext cx="9546271" cy="6070665"/>
          </a:xfrm>
        </p:spPr>
        <p:txBody>
          <a:bodyPr>
            <a:normAutofit/>
          </a:bodyPr>
          <a:lstStyle/>
          <a:p>
            <a:r>
              <a:rPr lang="es-CO" sz="2800" b="1" dirty="0"/>
              <a:t>ÉXPLOSION MARINA </a:t>
            </a:r>
            <a:r>
              <a:rPr lang="es-CO" sz="2800" dirty="0"/>
              <a:t>:  BASE DE COHONTADURO,BOROJO,  BRANDY, MIEL, CREMA DE LECHE  Y  MARISCOS  SU SABOR PRINCIPAL ES DEL CHONTADURO (LIGERAMENTE DULCE) </a:t>
            </a:r>
          </a:p>
          <a:p>
            <a:r>
              <a:rPr lang="es-CO" sz="2800" b="1" dirty="0"/>
              <a:t>CAZUELA DE MARISCOS : </a:t>
            </a:r>
            <a:r>
              <a:rPr lang="es-CO" sz="2800" dirty="0"/>
              <a:t> BASE  DE CREMA DE PESCADO Y MARISCOS, SABOR PROTEICO SUAVE, RECOMENDADA PARA CLIENTES NUEVOS Y/O PARA QUIENES CONOCEN POCO DE COMIDA DE MAR.( CONTIENE CREMA DE LECHE Y QUESO)  </a:t>
            </a:r>
          </a:p>
          <a:p>
            <a:r>
              <a:rPr lang="es-CO" sz="2800" b="1" dirty="0"/>
              <a:t>FUSION DE MARISCOS : </a:t>
            </a:r>
            <a:r>
              <a:rPr lang="es-CO" sz="2800" dirty="0"/>
              <a:t> BASE DE  MAYONESA, CREMA DE LECHE, AGUARDIENTE, ESPECIAS Y MARISCOS,  CON UN SABOR MARCADO A MAYONESA DECORADA CON QUESO. </a:t>
            </a:r>
            <a:endParaRPr lang="es-ES" sz="2800" b="1" dirty="0"/>
          </a:p>
        </p:txBody>
      </p:sp>
    </p:spTree>
    <p:extLst>
      <p:ext uri="{BB962C8B-B14F-4D97-AF65-F5344CB8AC3E}">
        <p14:creationId xmlns:p14="http://schemas.microsoft.com/office/powerpoint/2010/main" val="1772920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85260" y="238539"/>
            <a:ext cx="9485175" cy="6268278"/>
          </a:xfrm>
        </p:spPr>
        <p:txBody>
          <a:bodyPr>
            <a:normAutofit/>
          </a:bodyPr>
          <a:lstStyle/>
          <a:p>
            <a:r>
              <a:rPr lang="es-CO" sz="2800" b="1" dirty="0"/>
              <a:t>CAZUELA DE CAMARON :</a:t>
            </a:r>
            <a:r>
              <a:rPr lang="es-CO" sz="2800" dirty="0"/>
              <a:t> BASE DE  CREMA DE PESCADO  Y CAMARON  SU SABOR ES MUY SUAVE,  RECOMENDADA PARA CLIENTES NUEVOS Y/O PARA QUIENES CONOCEN POCO DE COMIDA DE MAR. </a:t>
            </a:r>
          </a:p>
          <a:p>
            <a:r>
              <a:rPr lang="es-CO" sz="2800" b="1" dirty="0"/>
              <a:t>CAZUELA DE PESCADO : </a:t>
            </a:r>
            <a:r>
              <a:rPr lang="es-CO" sz="2800" dirty="0"/>
              <a:t> BASE DE CREMA DE PESCADO,  TROSOS DE FILETE DE TILAPIA  SU SABOR ES MUY SUAVE, RECOMENDADA PARA CLIENTES NUEVOS Y/O PARA QUIENES NO LES GUSTA LOS MARISCOS O SON ALERGICOS.</a:t>
            </a:r>
          </a:p>
          <a:p>
            <a:r>
              <a:rPr lang="es-CO" sz="2800" b="1" dirty="0"/>
              <a:t>ENCOCADO DE MARISCOS : </a:t>
            </a:r>
            <a:r>
              <a:rPr lang="es-CO" sz="2800" dirty="0"/>
              <a:t>    BASE DE SALSA  COCO Y MARISCOS  ADERESADA CON CEBOLLA, PIMENTON Y CREMA DE LECHE .</a:t>
            </a:r>
          </a:p>
          <a:p>
            <a:pPr marL="0" indent="0">
              <a:buNone/>
            </a:pPr>
            <a:endParaRPr lang="es-CO" sz="2800" b="1" dirty="0"/>
          </a:p>
          <a:p>
            <a:endParaRPr lang="es-ES" sz="2800" b="1" dirty="0"/>
          </a:p>
        </p:txBody>
      </p:sp>
    </p:spTree>
    <p:extLst>
      <p:ext uri="{BB962C8B-B14F-4D97-AF65-F5344CB8AC3E}">
        <p14:creationId xmlns:p14="http://schemas.microsoft.com/office/powerpoint/2010/main" val="1290820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95131" y="396396"/>
            <a:ext cx="9373992" cy="5991152"/>
          </a:xfrm>
        </p:spPr>
        <p:txBody>
          <a:bodyPr>
            <a:normAutofit fontScale="92500"/>
          </a:bodyPr>
          <a:lstStyle/>
          <a:p>
            <a:r>
              <a:rPr lang="es-CO" sz="2800" b="1" dirty="0"/>
              <a:t>AL ROJO VIVO :</a:t>
            </a:r>
            <a:r>
              <a:rPr lang="es-CO" sz="2800" dirty="0"/>
              <a:t> BASE DE SALSA DE TOMATE , PIMENTON, CHILE Y MARISCOS SABOR LIGERAMENTE PICANTE. ( CONTIENE CREMA DE LECHE Y QUESO ) </a:t>
            </a:r>
          </a:p>
          <a:p>
            <a:r>
              <a:rPr lang="es-CO" sz="2800" b="1" dirty="0"/>
              <a:t>CAZUELA DE MANI : </a:t>
            </a:r>
            <a:r>
              <a:rPr lang="es-CO" sz="2800" dirty="0"/>
              <a:t>BASE DE CREMA DE MANI, CREMA DE LECHE, MARISCOS DECORADA CON QUESO, SABOR SUAVE SU SABOR A MANI ES EL MAS CARACTERISTICO.</a:t>
            </a:r>
            <a:endParaRPr lang="es-CO" sz="2800" b="1" dirty="0"/>
          </a:p>
          <a:p>
            <a:r>
              <a:rPr lang="es-CO" sz="2800" b="1" dirty="0"/>
              <a:t> CEVICHE BOMBA :</a:t>
            </a:r>
            <a:r>
              <a:rPr lang="es-CO" sz="2800" dirty="0"/>
              <a:t>  BASE DE SALSA DE TOMATE , CILANTRO, CEBOLLA ROJA, LIMON Y MARISCOS ,  SU SABOR ES MUY CITRICO .</a:t>
            </a:r>
          </a:p>
          <a:p>
            <a:r>
              <a:rPr lang="es-CO" sz="2800" b="1" dirty="0"/>
              <a:t>PERUANO : </a:t>
            </a:r>
            <a:r>
              <a:rPr lang="es-CO" sz="2800" dirty="0"/>
              <a:t> BASE DE JUGO DE LIMON, ACEITE DE OLIVA, CILANTRO, PIMENTON, VINO BLANCO Y MARISCOS DECORADO CON AGUACATE Y MANGO </a:t>
            </a:r>
          </a:p>
          <a:p>
            <a:pPr marL="0" indent="0">
              <a:buNone/>
            </a:pPr>
            <a:endParaRPr lang="es-CO" sz="2800" dirty="0"/>
          </a:p>
          <a:p>
            <a:pPr marL="0" indent="0">
              <a:buNone/>
            </a:pP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3988781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83096" y="290379"/>
            <a:ext cx="9466757" cy="6123673"/>
          </a:xfrm>
        </p:spPr>
        <p:txBody>
          <a:bodyPr>
            <a:normAutofit/>
          </a:bodyPr>
          <a:lstStyle/>
          <a:p>
            <a:r>
              <a:rPr lang="es-CO" sz="2800" b="1" dirty="0"/>
              <a:t>CEVICHE DE CAMARON :  </a:t>
            </a:r>
            <a:r>
              <a:rPr lang="es-CO" sz="2800" dirty="0"/>
              <a:t>  BASE DE SALSA DE TOMATE , CILANTRO, CEBOLLA ROJA, LIMON Y  CAMARON  SABOR MUY CITRICO </a:t>
            </a:r>
          </a:p>
          <a:p>
            <a:r>
              <a:rPr lang="es-CO" sz="2800" b="1" dirty="0"/>
              <a:t>SALMON A LA PLANCHA  : </a:t>
            </a:r>
            <a:r>
              <a:rPr lang="es-CO" sz="2800" dirty="0"/>
              <a:t>250 GM DE SALMON ASADO, ADERESADO CON LA SALSA SEGÚN LA PREFERENCIA DEL CLIENTE. </a:t>
            </a:r>
          </a:p>
          <a:p>
            <a:r>
              <a:rPr lang="es-CO" sz="2800" b="1" dirty="0"/>
              <a:t>FILETE DE PESCADO </a:t>
            </a:r>
            <a:r>
              <a:rPr lang="es-CO" sz="2800" b="1"/>
              <a:t>:  </a:t>
            </a:r>
            <a:r>
              <a:rPr lang="es-CO" sz="2800"/>
              <a:t>SU PRESENTACION PUEDE SER : APANADO, ASADO</a:t>
            </a:r>
            <a:r>
              <a:rPr lang="es-CO" sz="2800" dirty="0"/>
              <a:t>, SUDADO, ES UN PESCADO </a:t>
            </a:r>
            <a:r>
              <a:rPr lang="es-CO" sz="2800"/>
              <a:t>MUY TIERNO SIN </a:t>
            </a:r>
            <a:r>
              <a:rPr lang="es-CO" sz="2800" dirty="0"/>
              <a:t>ESPINAS. </a:t>
            </a:r>
            <a:endParaRPr lang="es-CO" sz="2800" b="1" dirty="0"/>
          </a:p>
          <a:p>
            <a:pPr marL="0" indent="0">
              <a:buNone/>
            </a:pPr>
            <a:r>
              <a:rPr lang="es-CO" sz="2800" b="1" dirty="0"/>
              <a:t> </a:t>
            </a:r>
          </a:p>
          <a:p>
            <a:endParaRPr lang="es-CO" sz="2800" b="1" dirty="0"/>
          </a:p>
          <a:p>
            <a:endParaRPr lang="es-CO" sz="2800" dirty="0"/>
          </a:p>
          <a:p>
            <a:endParaRPr lang="es-CO" sz="2800" dirty="0"/>
          </a:p>
          <a:p>
            <a:endParaRPr lang="es-CO" sz="2800" b="1" dirty="0"/>
          </a:p>
          <a:p>
            <a:endParaRPr lang="es-CO" sz="2800" dirty="0"/>
          </a:p>
          <a:p>
            <a:endParaRPr lang="es-CO" sz="2800" b="1" dirty="0"/>
          </a:p>
          <a:p>
            <a:endParaRPr lang="es-ES" sz="2800" b="1" dirty="0"/>
          </a:p>
        </p:txBody>
      </p:sp>
    </p:spTree>
    <p:extLst>
      <p:ext uri="{BB962C8B-B14F-4D97-AF65-F5344CB8AC3E}">
        <p14:creationId xmlns:p14="http://schemas.microsoft.com/office/powerpoint/2010/main" val="1918607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81878" y="316883"/>
            <a:ext cx="9475305" cy="5991152"/>
          </a:xfrm>
        </p:spPr>
        <p:txBody>
          <a:bodyPr>
            <a:normAutofit/>
          </a:bodyPr>
          <a:lstStyle/>
          <a:p>
            <a:r>
              <a:rPr lang="es-CO" sz="2800" b="1" dirty="0"/>
              <a:t>SIERRA : </a:t>
            </a:r>
            <a:r>
              <a:rPr lang="es-CO" sz="2800" dirty="0"/>
              <a:t>ES UN PESCADO DE MAR CON POCA ESPINA SU PREPARACION ES FRITA O SUDADA SU CARNE ES ROJISA  CON SABOR MEDIANAMENTE INTENSO.</a:t>
            </a:r>
          </a:p>
          <a:p>
            <a:r>
              <a:rPr lang="es-CO" sz="2800" b="1" dirty="0"/>
              <a:t>TRUCHA : </a:t>
            </a:r>
            <a:r>
              <a:rPr lang="es-CO" sz="2800" dirty="0"/>
              <a:t>ES UN PESCADO DE AGUA DULCE CON POCA ESPINA SU PREPARACION ES FRITA, SUDADA, A LA MARINERA, A LA PLANCHA SU SABOR ES MUY SUAVE, ES DE CARNE BLANCA, CON PIGMENTACION ROJISA POR SU ALIMENTACION.</a:t>
            </a:r>
          </a:p>
          <a:p>
            <a:r>
              <a:rPr lang="es-CO" sz="2800" dirty="0"/>
              <a:t> MOJARRA O TILAPIA : ES UN PESCADO DE AGUA DULCE Y ESPINOSO, SU PREPARTACION ES FRITA O SUDADA  SU  CARNE ES BLANCA Y TIERNA CON SABOR SUAVE. </a:t>
            </a:r>
            <a:endParaRPr lang="es-ES" sz="2800" b="1" dirty="0"/>
          </a:p>
        </p:txBody>
      </p:sp>
    </p:spTree>
    <p:extLst>
      <p:ext uri="{BB962C8B-B14F-4D97-AF65-F5344CB8AC3E}">
        <p14:creationId xmlns:p14="http://schemas.microsoft.com/office/powerpoint/2010/main" val="3553472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77079" y="250622"/>
            <a:ext cx="9798062" cy="6229691"/>
          </a:xfrm>
        </p:spPr>
        <p:txBody>
          <a:bodyPr>
            <a:normAutofit/>
          </a:bodyPr>
          <a:lstStyle/>
          <a:p>
            <a:r>
              <a:rPr lang="es-CO" sz="2800" b="1" dirty="0"/>
              <a:t>FILETE DE MORRA O TILAPIA :  </a:t>
            </a:r>
            <a:r>
              <a:rPr lang="es-CO" sz="2800" dirty="0"/>
              <a:t>SU PREPARACION ES FRITO, ASADO, SUDADO NO TIENE ESPINAS   SU  CARNE ES BLANCA Y TIERNA CON SABOR SUAVE.</a:t>
            </a:r>
            <a:endParaRPr lang="es-ES" sz="2800" b="1" dirty="0"/>
          </a:p>
          <a:p>
            <a:r>
              <a:rPr lang="es-CO" sz="2800" b="1" dirty="0"/>
              <a:t>BAGRE </a:t>
            </a:r>
            <a:r>
              <a:rPr lang="es-CO" sz="2800" dirty="0"/>
              <a:t>: ES UN PESCADO DE AGUA DULCE Y ESPINOSO SU CARNE ES BLANCA Y GRASOSA, SU PREPARACION ES FRITO O SUDADO SU SABOR ES MEDIANAMENTE INTENSO.</a:t>
            </a:r>
          </a:p>
          <a:p>
            <a:r>
              <a:rPr lang="es-CO" sz="2800" b="1" dirty="0"/>
              <a:t>FILETE DE POLLO :  </a:t>
            </a:r>
            <a:r>
              <a:rPr lang="es-CO" sz="2800" dirty="0"/>
              <a:t>SU PREPARACION ES ASADO A LA PLANCHA  CON SALSA CURRY CON UN PESO DE 300 GRAMOS POR PORCION.</a:t>
            </a:r>
          </a:p>
          <a:p>
            <a:r>
              <a:rPr lang="es-CO" sz="2800" b="1" dirty="0"/>
              <a:t>COSTILLAS DE CERDO : </a:t>
            </a:r>
            <a:r>
              <a:rPr lang="es-CO" sz="2800" dirty="0"/>
              <a:t>SON COCIDAS Y ASADAS A LA PLANCHA CON SALSA BBQ CON UN  PESO DE 400 GRAMOS POR PORCION </a:t>
            </a:r>
          </a:p>
          <a:p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2539793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65043" y="291547"/>
            <a:ext cx="9925879" cy="6149009"/>
          </a:xfrm>
        </p:spPr>
        <p:txBody>
          <a:bodyPr>
            <a:normAutofit/>
          </a:bodyPr>
          <a:lstStyle/>
          <a:p>
            <a:r>
              <a:rPr lang="es-CO" sz="2800" b="1" dirty="0"/>
              <a:t>PUNTA DE ANCA </a:t>
            </a:r>
            <a:r>
              <a:rPr lang="es-CO" sz="2800" dirty="0"/>
              <a:t>: SON 300 GM DE PROTEINA  ASADA A LA PLANCHA SEGÚN SU TERMINO, ES UNA CARNE SEMI BLANDA CON UN POCO DE CONTENIDO GRASO. </a:t>
            </a:r>
            <a:r>
              <a:rPr lang="es-CO" sz="2800" b="1" dirty="0"/>
              <a:t> </a:t>
            </a:r>
          </a:p>
          <a:p>
            <a:endParaRPr lang="es-ES" sz="2800" b="1" dirty="0"/>
          </a:p>
        </p:txBody>
      </p:sp>
    </p:spTree>
    <p:extLst>
      <p:ext uri="{BB962C8B-B14F-4D97-AF65-F5344CB8AC3E}">
        <p14:creationId xmlns:p14="http://schemas.microsoft.com/office/powerpoint/2010/main" val="7849659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12233" y="267187"/>
            <a:ext cx="9404723" cy="1400530"/>
          </a:xfrm>
        </p:spPr>
        <p:txBody>
          <a:bodyPr/>
          <a:lstStyle/>
          <a:p>
            <a:pPr algn="ctr"/>
            <a:r>
              <a:rPr lang="es-CO" dirty="0"/>
              <a:t>TECNICAS PARA RECOMENDAR O VENDER  UN PLATO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3312" y="1853248"/>
            <a:ext cx="8822566" cy="4395151"/>
          </a:xfrm>
        </p:spPr>
        <p:txBody>
          <a:bodyPr>
            <a:normAutofit fontScale="92500" lnSpcReduction="10000"/>
          </a:bodyPr>
          <a:lstStyle/>
          <a:p>
            <a:r>
              <a:rPr lang="es-CO" sz="2800" b="1" dirty="0"/>
              <a:t> PRIMERO SALUDO INSTITUCIONAL </a:t>
            </a:r>
          </a:p>
          <a:p>
            <a:endParaRPr lang="es-CO" sz="2800" b="1" dirty="0"/>
          </a:p>
          <a:p>
            <a:r>
              <a:rPr lang="es-CO" sz="2800" b="1" dirty="0"/>
              <a:t>SEGUNDO  DESPERTAR INTERES </a:t>
            </a:r>
            <a:r>
              <a:rPr lang="es-CO" sz="2800" dirty="0"/>
              <a:t>(NECESITA ASESORIA O YA SABE QUE ORDENAR, SI GUSTA LE PUEDO RECOMENDAR ALGO) </a:t>
            </a:r>
          </a:p>
          <a:p>
            <a:r>
              <a:rPr lang="es-CO" sz="2800" b="1" dirty="0"/>
              <a:t>TERCERO  RECONOCER EL INTERES DEL CLIENTE  </a:t>
            </a:r>
            <a:endParaRPr lang="es-ES" sz="2800" dirty="0"/>
          </a:p>
          <a:p>
            <a:pPr marL="0" indent="0">
              <a:buNone/>
            </a:pPr>
            <a:r>
              <a:rPr lang="es-CO" sz="2800" b="1" dirty="0"/>
              <a:t>EJEMPLO:  </a:t>
            </a:r>
            <a:r>
              <a:rPr lang="es-CO" sz="2800" dirty="0"/>
              <a:t>PREGUNTARLE AL CLIENTE QUE PREFIERE PESCADOS O MARISCOS. EN ESTE PASO IDENTIFICO EL GUSTO DEL CLIENTE.   </a:t>
            </a:r>
          </a:p>
          <a:p>
            <a:pPr marL="0" indent="0">
              <a:buNone/>
            </a:pPr>
            <a:r>
              <a:rPr lang="es-CO" sz="2800" dirty="0"/>
              <a:t>  </a:t>
            </a:r>
          </a:p>
          <a:p>
            <a:pPr marL="0" indent="0">
              <a:buNone/>
            </a:pPr>
            <a:endParaRPr lang="es-CO" sz="2800" dirty="0"/>
          </a:p>
          <a:p>
            <a:pPr marL="0" indent="0">
              <a:buNone/>
            </a:pPr>
            <a:endParaRPr lang="es-CO" sz="2800" dirty="0"/>
          </a:p>
          <a:p>
            <a:pPr marL="0" indent="0">
              <a:buNone/>
            </a:pPr>
            <a:endParaRPr lang="es-CO" sz="2800" dirty="0"/>
          </a:p>
          <a:p>
            <a:pPr marL="0" indent="0">
              <a:buNone/>
            </a:pPr>
            <a:endParaRPr lang="es-ES" sz="2800" b="1" dirty="0"/>
          </a:p>
        </p:txBody>
      </p:sp>
    </p:spTree>
    <p:extLst>
      <p:ext uri="{BB962C8B-B14F-4D97-AF65-F5344CB8AC3E}">
        <p14:creationId xmlns:p14="http://schemas.microsoft.com/office/powerpoint/2010/main" val="8495633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10817" y="356639"/>
            <a:ext cx="9965635" cy="6375465"/>
          </a:xfrm>
        </p:spPr>
        <p:txBody>
          <a:bodyPr>
            <a:normAutofit/>
          </a:bodyPr>
          <a:lstStyle/>
          <a:p>
            <a:r>
              <a:rPr lang="es-CO" sz="2800" b="1" dirty="0"/>
              <a:t>CUARTO  INCREMENTAR EL DESEO DE CONSUMO O COMPRA </a:t>
            </a:r>
            <a:endParaRPr lang="es-ES" sz="2800" b="1" dirty="0"/>
          </a:p>
          <a:p>
            <a:pPr marL="0" indent="0">
              <a:buNone/>
            </a:pPr>
            <a:r>
              <a:rPr lang="es-CO" sz="2800" b="1" dirty="0"/>
              <a:t>EJEMPLO : </a:t>
            </a:r>
            <a:r>
              <a:rPr lang="es-CO" sz="2800" dirty="0"/>
              <a:t>EL RISOTTO ES MUY DELICIOSO, ES UN PLATO QUE NO SE ARREPENTIRA DE PROBAR….</a:t>
            </a:r>
          </a:p>
          <a:p>
            <a:pPr marL="0" indent="0">
              <a:buNone/>
            </a:pPr>
            <a:r>
              <a:rPr lang="es-CO" sz="2800" dirty="0"/>
              <a:t>ESTE PROCESO SE DA CUANDO IDENTIFICAMOS EL INTERES DEL CLIENTE. </a:t>
            </a:r>
          </a:p>
          <a:p>
            <a:r>
              <a:rPr lang="es-CO" sz="2800" b="1" dirty="0"/>
              <a:t> QUINTO TU ESPECTATIVA DE LA ELECCION ES LO MAS IMPORTANTE : </a:t>
            </a:r>
          </a:p>
          <a:p>
            <a:pPr marL="0" indent="0">
              <a:buNone/>
            </a:pPr>
            <a:r>
              <a:rPr lang="es-CO" sz="2800" b="1" dirty="0"/>
              <a:t>EJEMPLO : </a:t>
            </a:r>
            <a:r>
              <a:rPr lang="es-CO" sz="2800" dirty="0"/>
              <a:t>CUANDO EL CLIENTE ELIJA UN PLATO BIEN SEA EL QUE NOSOTROS ESTEMOS RECOMENDANDO U OTRO, DEBEMOS HACERLO SENTIR QUE ESTA ES LA MEJOR OPCION QUE HA TOMADO. </a:t>
            </a:r>
            <a:endParaRPr lang="es-CO" sz="2800" b="1" dirty="0"/>
          </a:p>
          <a:p>
            <a:endParaRPr lang="es-CO" sz="2800" b="1" dirty="0"/>
          </a:p>
        </p:txBody>
      </p:sp>
    </p:spTree>
    <p:extLst>
      <p:ext uri="{BB962C8B-B14F-4D97-AF65-F5344CB8AC3E}">
        <p14:creationId xmlns:p14="http://schemas.microsoft.com/office/powerpoint/2010/main" val="299682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COMO PUEDO MEJORAR MIS PROPINAS 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3312" y="1853248"/>
            <a:ext cx="8946541" cy="4892109"/>
          </a:xfrm>
        </p:spPr>
        <p:txBody>
          <a:bodyPr>
            <a:normAutofit/>
          </a:bodyPr>
          <a:lstStyle/>
          <a:p>
            <a:r>
              <a:rPr lang="es-CO" sz="2800" b="1" dirty="0"/>
              <a:t>EL CLIENTE ES LO MAS IMPORTANTE : </a:t>
            </a:r>
            <a:r>
              <a:rPr lang="es-CO" sz="2800" dirty="0"/>
              <a:t>HACER SENTIR BIEN AL CLIENTE ES NUESTRO OBJETIVO PRINCIPAL.</a:t>
            </a:r>
          </a:p>
          <a:p>
            <a:pPr marL="0" indent="0">
              <a:buNone/>
            </a:pPr>
            <a:r>
              <a:rPr lang="es-CO" sz="2800" dirty="0"/>
              <a:t> UN METODO QUE PODEMOS UTILIZAR : CUANDO LLEGUE EL CLIENTE Y ESTE BUSCANDO UNA MESA, ATRAER SU ATENCION Y DECIRLE QUE TENEMOS UN ESPACIO RESERVADO PARA ÉL. </a:t>
            </a:r>
          </a:p>
          <a:p>
            <a:pPr marL="0" indent="0">
              <a:buNone/>
            </a:pPr>
            <a:r>
              <a:rPr lang="es-CO" sz="2800" dirty="0"/>
              <a:t>TOCAR LEVEMENTE EL BRAZO DEL CLIENTE ES UN ACTO IMPERCEPTIBLE PERO QUE GENERA CONFIANZA. </a:t>
            </a: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24837157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3312" y="477078"/>
            <a:ext cx="9140618" cy="5976731"/>
          </a:xfrm>
        </p:spPr>
        <p:txBody>
          <a:bodyPr>
            <a:normAutofit fontScale="77500" lnSpcReduction="20000"/>
          </a:bodyPr>
          <a:lstStyle/>
          <a:p>
            <a:r>
              <a:rPr lang="es-CO" sz="2800" b="1" dirty="0"/>
              <a:t>ESTAR PENDIENTE DE MI CLIENTE : </a:t>
            </a:r>
            <a:r>
              <a:rPr lang="es-CO" sz="2800" dirty="0"/>
              <a:t> CUANDO EL CLIENTE ESTE YA COMIENDO PREGUNTARLE SI SU ORDEN ESTA BIEN </a:t>
            </a:r>
          </a:p>
          <a:p>
            <a:pPr marL="0" indent="0">
              <a:buNone/>
            </a:pPr>
            <a:r>
              <a:rPr lang="es-CO" sz="2800" dirty="0"/>
              <a:t>CUANDO TERMINE PREGUNTARLE COMO LE FUE CON LA COMIDA ?..  ¿ PUEDO  RETIRAR LOS PLATOS?  TIENE ALGUNA SUGERENCIA O TODO ESTUVO BIEN. </a:t>
            </a:r>
          </a:p>
          <a:p>
            <a:pPr marL="0" indent="0">
              <a:buNone/>
            </a:pPr>
            <a:r>
              <a:rPr lang="es-CO" sz="2800" dirty="0"/>
              <a:t>ESTO HARA QUE EL CLIENTE SIEMPRE SE SIENTA IMPORTANTE . </a:t>
            </a:r>
          </a:p>
          <a:p>
            <a:pPr marL="0" indent="0">
              <a:buNone/>
            </a:pPr>
            <a:r>
              <a:rPr lang="es-CO" sz="2800" b="1" dirty="0"/>
              <a:t> TRABAJO DE POSVENTA: </a:t>
            </a:r>
            <a:r>
              <a:rPr lang="es-CO" sz="2800" dirty="0"/>
              <a:t>LOS ESPERAMOS EN UNA  PROXIMA OPORTUNIDAD. RECUERDE QUE TENEMOS UNA GRAN VARIEDAD DE PLATOS PARA USTED. </a:t>
            </a:r>
          </a:p>
          <a:p>
            <a:r>
              <a:rPr lang="es-CO" sz="2800" b="1" dirty="0"/>
              <a:t> PROPINA SUGERIDA DEL 5 % </a:t>
            </a:r>
            <a:r>
              <a:rPr lang="es-CO" sz="2800" b="1"/>
              <a:t>:  </a:t>
            </a:r>
            <a:r>
              <a:rPr lang="es-CO" sz="2800"/>
              <a:t> DESPUES DE APLICAR TODOS LOS PUNTOS ANTERIORES EL MESERO DE MANERA SUTIL  PREGUNTARA QUE SI DESEA INCLUIR EL SERVICIO DEL 5% EN SU FACTURA.  </a:t>
            </a:r>
            <a:endParaRPr lang="es-CO" sz="2800" b="1" dirty="0"/>
          </a:p>
          <a:p>
            <a:pPr marL="0" indent="0">
              <a:buNone/>
            </a:pPr>
            <a:r>
              <a:rPr lang="es-CO" sz="2800" b="1" dirty="0"/>
              <a:t>NOTA: </a:t>
            </a:r>
            <a:r>
              <a:rPr lang="es-CO" sz="2800" dirty="0"/>
              <a:t>SI SE PONEN EN PRACTICA TODOS ESTOS PUNTOS, LA SATISFACCION DEL CLIENTE ASEGURARA EL INCREMENTO DE LAS PROPINAS. </a:t>
            </a:r>
          </a:p>
          <a:p>
            <a:pPr marL="0" indent="0">
              <a:buNone/>
            </a:pPr>
            <a:endParaRPr lang="es-CO" sz="3200" dirty="0"/>
          </a:p>
          <a:p>
            <a:pPr marL="0" indent="0">
              <a:buNone/>
            </a:pPr>
            <a:r>
              <a:rPr lang="es-CO" sz="3200" dirty="0"/>
              <a:t> </a:t>
            </a:r>
          </a:p>
          <a:p>
            <a:pPr marL="0" indent="0">
              <a:buNone/>
            </a:pPr>
            <a:endParaRPr lang="es-ES" sz="2800" b="1" dirty="0"/>
          </a:p>
          <a:p>
            <a:pPr marL="0" indent="0">
              <a:buNone/>
            </a:pPr>
            <a:endParaRPr lang="es-CO" sz="2800" b="1" dirty="0"/>
          </a:p>
        </p:txBody>
      </p:sp>
    </p:spTree>
    <p:extLst>
      <p:ext uri="{BB962C8B-B14F-4D97-AF65-F5344CB8AC3E}">
        <p14:creationId xmlns:p14="http://schemas.microsoft.com/office/powerpoint/2010/main" val="30793634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OFRECIMIENTO DE OTROS PRODUCTOS 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3312" y="1853248"/>
            <a:ext cx="9047853" cy="4666822"/>
          </a:xfrm>
        </p:spPr>
        <p:txBody>
          <a:bodyPr>
            <a:normAutofit/>
          </a:bodyPr>
          <a:lstStyle/>
          <a:p>
            <a:r>
              <a:rPr lang="es-CO" sz="2800" dirty="0"/>
              <a:t>CUANDO EL CLIENTE ESTE TERMINANDO DE COMER, SE DEBEN OFRECER LOS PRODUCTOS ADICIONALES COMO CAFES, POSTRES Y COCTELES. </a:t>
            </a:r>
          </a:p>
          <a:p>
            <a:r>
              <a:rPr lang="es-CO" sz="2800" dirty="0"/>
              <a:t>EJEMPLO: USTED DESEA DEGUSTAR UN BUEN CAFE?  TENEMOS AMERICANO, ESPRESO, CAPUCHINO….. TAMBIEN TENEMOS DELICIOSOS POSTRES DE ….. </a:t>
            </a: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7669522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INCENTIVOS POR PRODUCTOS DE CARTA 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03312" y="2052918"/>
            <a:ext cx="9259888" cy="4414143"/>
          </a:xfrm>
        </p:spPr>
        <p:txBody>
          <a:bodyPr>
            <a:normAutofit fontScale="85000" lnSpcReduction="20000"/>
          </a:bodyPr>
          <a:lstStyle/>
          <a:p>
            <a:r>
              <a:rPr lang="es-CO" sz="2800" dirty="0"/>
              <a:t>PARA  LA VENTA DE PRODUCTOS ESPECIFICOS, SE ESTABLECE UN INCENTIVO EN EFECTIVO DEL CUAL EL 60% SERA PARA EL MESERO QUE HAGA LA VENTA Y 40% PARA EL AREA GENERAL DE COCINA (APLICA PARA LOS PRODUCTOS QUE SON PREPARADOS EN DICHA AREA).  DICHOS INCENTIVOS SERÁN PAGADOS SEMANALMENTE EL DÍA SÁBADO.</a:t>
            </a:r>
          </a:p>
          <a:p>
            <a:r>
              <a:rPr lang="es-CO" sz="2800" dirty="0"/>
              <a:t>LOS INCENTIVOS NO APLICAN PARA LOS EVENTOS EN LOS QUE YA SE HAN PROGRAMADO LA VENTA DE DICHOS PRODUCTOS.</a:t>
            </a:r>
          </a:p>
          <a:p>
            <a:endParaRPr lang="es-CO" sz="2800" dirty="0"/>
          </a:p>
          <a:p>
            <a:pPr marL="0" indent="0">
              <a:buNone/>
            </a:pPr>
            <a:r>
              <a:rPr lang="es-CO" sz="2800" dirty="0"/>
              <a:t>PARA ESTO SE HA ESTABLECIDO LA SIGUIENTE TABLA: </a:t>
            </a: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36720100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6152261"/>
              </p:ext>
            </p:extLst>
          </p:nvPr>
        </p:nvGraphicFramePr>
        <p:xfrm>
          <a:off x="1351721" y="182880"/>
          <a:ext cx="8910776" cy="6545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5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5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3301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PRODUCTO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VALOR DEL INCENTIVO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301">
                <a:tc>
                  <a:txBody>
                    <a:bodyPr/>
                    <a:lstStyle/>
                    <a:p>
                      <a:r>
                        <a:rPr lang="es-CO" sz="1400" dirty="0"/>
                        <a:t>PESCADO ENCOCADO GRANDE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 dirty="0"/>
                        <a:t>$3.000</a:t>
                      </a:r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301">
                <a:tc>
                  <a:txBody>
                    <a:bodyPr/>
                    <a:lstStyle/>
                    <a:p>
                      <a:r>
                        <a:rPr lang="es-CO" sz="1400" dirty="0"/>
                        <a:t>MIX ORIENTAL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 dirty="0"/>
                        <a:t>$1.500</a:t>
                      </a:r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301">
                <a:tc>
                  <a:txBody>
                    <a:bodyPr/>
                    <a:lstStyle/>
                    <a:p>
                      <a:r>
                        <a:rPr lang="es-CO" sz="1400" dirty="0"/>
                        <a:t>CASSATA DE PAPA Y CAMARÓN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 dirty="0"/>
                        <a:t>$1.000</a:t>
                      </a:r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301">
                <a:tc>
                  <a:txBody>
                    <a:bodyPr/>
                    <a:lstStyle/>
                    <a:p>
                      <a:r>
                        <a:rPr lang="es-CO" sz="1400" dirty="0"/>
                        <a:t>LANGOSTINOS</a:t>
                      </a:r>
                      <a:r>
                        <a:rPr lang="es-CO" sz="1400" baseline="0" dirty="0"/>
                        <a:t> APANADOS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 dirty="0"/>
                        <a:t>$1.500</a:t>
                      </a:r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301">
                <a:tc>
                  <a:txBody>
                    <a:bodyPr/>
                    <a:lstStyle/>
                    <a:p>
                      <a:r>
                        <a:rPr lang="es-CO" sz="1400" dirty="0"/>
                        <a:t>LANGOSTA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 dirty="0"/>
                        <a:t>$8.000</a:t>
                      </a:r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301">
                <a:tc>
                  <a:txBody>
                    <a:bodyPr/>
                    <a:lstStyle/>
                    <a:p>
                      <a:r>
                        <a:rPr lang="es-CO" sz="1400" dirty="0"/>
                        <a:t>CAMARONES APANADOS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 dirty="0"/>
                        <a:t>$1.000</a:t>
                      </a:r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301">
                <a:tc>
                  <a:txBody>
                    <a:bodyPr/>
                    <a:lstStyle/>
                    <a:p>
                      <a:r>
                        <a:rPr lang="es-CO" sz="1400" dirty="0"/>
                        <a:t>RISOTTO DE MARISCOS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 dirty="0"/>
                        <a:t>$1.000</a:t>
                      </a:r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3301">
                <a:tc>
                  <a:txBody>
                    <a:bodyPr/>
                    <a:lstStyle/>
                    <a:p>
                      <a:r>
                        <a:rPr lang="es-CO" sz="1400" dirty="0"/>
                        <a:t>EXPLOSION MARINA GRANDE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 dirty="0"/>
                        <a:t>$1.500</a:t>
                      </a:r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3301">
                <a:tc>
                  <a:txBody>
                    <a:bodyPr/>
                    <a:lstStyle/>
                    <a:p>
                      <a:r>
                        <a:rPr lang="es-CO" sz="1400" dirty="0"/>
                        <a:t>ENCOCADO DE MARISCOS GRANDE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 dirty="0"/>
                        <a:t>$1.500</a:t>
                      </a:r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3301">
                <a:tc>
                  <a:txBody>
                    <a:bodyPr/>
                    <a:lstStyle/>
                    <a:p>
                      <a:r>
                        <a:rPr lang="es-CO" sz="1400" dirty="0"/>
                        <a:t>CAZUELA AL ROJO VIVO GRANDE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 dirty="0"/>
                        <a:t>$1.000</a:t>
                      </a:r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3301">
                <a:tc>
                  <a:txBody>
                    <a:bodyPr/>
                    <a:lstStyle/>
                    <a:p>
                      <a:r>
                        <a:rPr lang="es-CO" sz="1400" dirty="0"/>
                        <a:t>FILETE DE MOJARRA GRANDE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 dirty="0"/>
                        <a:t>$2.000</a:t>
                      </a:r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3301">
                <a:tc>
                  <a:txBody>
                    <a:bodyPr/>
                    <a:lstStyle/>
                    <a:p>
                      <a:r>
                        <a:rPr lang="es-CO" sz="1400" dirty="0"/>
                        <a:t>HAMBURGUESA DE FILETE (NOCHE)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 dirty="0"/>
                        <a:t>$1.000</a:t>
                      </a:r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3301">
                <a:tc>
                  <a:txBody>
                    <a:bodyPr/>
                    <a:lstStyle/>
                    <a:p>
                      <a:r>
                        <a:rPr lang="es-CO" sz="1400" dirty="0"/>
                        <a:t>PIZZAS</a:t>
                      </a:r>
                      <a:r>
                        <a:rPr lang="es-CO" sz="1400" baseline="0" dirty="0"/>
                        <a:t> (NOCHE)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 dirty="0"/>
                        <a:t>$1.000</a:t>
                      </a:r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3301">
                <a:tc>
                  <a:txBody>
                    <a:bodyPr/>
                    <a:lstStyle/>
                    <a:p>
                      <a:r>
                        <a:rPr lang="es-CO" sz="1400" dirty="0"/>
                        <a:t>TODOS LOS CAFES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 dirty="0"/>
                        <a:t>$500</a:t>
                      </a:r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3301">
                <a:tc>
                  <a:txBody>
                    <a:bodyPr/>
                    <a:lstStyle/>
                    <a:p>
                      <a:r>
                        <a:rPr lang="es-CO" sz="1400" dirty="0"/>
                        <a:t>TODOS LOS</a:t>
                      </a:r>
                      <a:r>
                        <a:rPr lang="es-CO" sz="1400" baseline="0" dirty="0"/>
                        <a:t> COCTELES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 dirty="0"/>
                        <a:t>$800</a:t>
                      </a:r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43301">
                <a:tc>
                  <a:txBody>
                    <a:bodyPr/>
                    <a:lstStyle/>
                    <a:p>
                      <a:r>
                        <a:rPr lang="es-CO" sz="1400" dirty="0"/>
                        <a:t>TODOS LOS POSTRES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 dirty="0"/>
                        <a:t>$500</a:t>
                      </a:r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43301">
                <a:tc>
                  <a:txBody>
                    <a:bodyPr/>
                    <a:lstStyle/>
                    <a:p>
                      <a:r>
                        <a:rPr lang="es-CO" sz="1400" dirty="0"/>
                        <a:t>VINOS (BOTELLA)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 dirty="0"/>
                        <a:t>$2.000</a:t>
                      </a:r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43301">
                <a:tc>
                  <a:txBody>
                    <a:bodyPr/>
                    <a:lstStyle/>
                    <a:p>
                      <a:r>
                        <a:rPr lang="es-CO" sz="1400" dirty="0"/>
                        <a:t>VINOS (COPA)</a:t>
                      </a:r>
                      <a:endParaRPr lang="es-E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400" dirty="0"/>
                        <a:t>$600</a:t>
                      </a:r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17047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931</TotalTime>
  <Words>1791</Words>
  <Application>Microsoft Office PowerPoint</Application>
  <PresentationFormat>Panorámica</PresentationFormat>
  <Paragraphs>137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8" baseType="lpstr">
      <vt:lpstr>Arial</vt:lpstr>
      <vt:lpstr>Calibri</vt:lpstr>
      <vt:lpstr>Century Gothic</vt:lpstr>
      <vt:lpstr>Wingdings 3</vt:lpstr>
      <vt:lpstr>Ion</vt:lpstr>
      <vt:lpstr>CAPACITACION PERSONAL SALON </vt:lpstr>
      <vt:lpstr>RECORDACION DE MARCA</vt:lpstr>
      <vt:lpstr>SALUDO INSTITUCIONAL </vt:lpstr>
      <vt:lpstr>DIFERENCIAS ENTRE PLATOS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TECNICAS PARA RECOMENDAR O VENDER  UN PLATO</vt:lpstr>
      <vt:lpstr>Presentación de PowerPoint</vt:lpstr>
      <vt:lpstr>COMO PUEDO MEJORAR MIS PROPINAS </vt:lpstr>
      <vt:lpstr>Presentación de PowerPoint</vt:lpstr>
      <vt:lpstr>OFRECIMIENTO DE OTROS PRODUCTOS </vt:lpstr>
      <vt:lpstr>INCENTIVOS POR PRODUCTOS DE CARTA 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CAPACITACION PERSONAL SALON</dc:title>
  <dc:creator>NOTARIA</dc:creator>
  <cp:lastModifiedBy>Usuario</cp:lastModifiedBy>
  <cp:revision>137</cp:revision>
  <dcterms:created xsi:type="dcterms:W3CDTF">2018-04-17T22:43:57Z</dcterms:created>
  <dcterms:modified xsi:type="dcterms:W3CDTF">2021-07-23T14:53:21Z</dcterms:modified>
</cp:coreProperties>
</file>